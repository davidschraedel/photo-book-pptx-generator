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sldIdLst>
    <p:sldId id="256" r:id="rId2"/>
  </p:sldIdLst>
  <p:sldSz cx="91440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8977"/>
    <a:srgbClr val="B4AB9E"/>
    <a:srgbClr val="B6B6B6"/>
    <a:srgbClr val="F6F8F7"/>
    <a:srgbClr val="D2DCD9"/>
    <a:srgbClr val="F2F4F3"/>
    <a:srgbClr val="E4E7E1"/>
    <a:srgbClr val="C4C4C4"/>
    <a:srgbClr val="D2CCC4"/>
    <a:srgbClr val="5951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98" d="100"/>
          <a:sy n="98" d="100"/>
        </p:scale>
        <p:origin x="5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1199693"/>
            <a:ext cx="8277606" cy="338449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5042611"/>
            <a:ext cx="8277606" cy="1580083"/>
          </a:xfrm>
        </p:spPr>
        <p:txBody>
          <a:bodyPr>
            <a:normAutofit/>
          </a:bodyPr>
          <a:lstStyle>
            <a:lvl1pPr marL="0" indent="0" algn="l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6780108"/>
            <a:ext cx="2057400" cy="389467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6780108"/>
            <a:ext cx="2057400" cy="389467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19993" y="481391"/>
            <a:ext cx="156058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4801281"/>
            <a:ext cx="8276022" cy="1950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16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8" y="0"/>
            <a:ext cx="8375585" cy="2153393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214579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839842"/>
            <a:ext cx="96012" cy="751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85216"/>
            <a:ext cx="7626096" cy="1258214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643226"/>
            <a:ext cx="7626096" cy="39404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780108"/>
            <a:ext cx="2057400" cy="389467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780108"/>
            <a:ext cx="2057400" cy="389467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9" y="5313516"/>
            <a:ext cx="8351217" cy="87782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5459820"/>
            <a:ext cx="109728" cy="585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682752"/>
            <a:ext cx="8167878" cy="4389120"/>
          </a:xfrm>
        </p:spPr>
        <p:txBody>
          <a:bodyPr anchor="b">
            <a:normAutofit/>
          </a:bodyPr>
          <a:lstStyle>
            <a:lvl1pPr>
              <a:defRPr sz="49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5442509"/>
            <a:ext cx="7955280" cy="624230"/>
          </a:xfrm>
        </p:spPr>
        <p:txBody>
          <a:bodyPr anchor="ctr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8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8" y="0"/>
            <a:ext cx="8375585" cy="2153393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214579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839842"/>
            <a:ext cx="96012" cy="751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85216"/>
            <a:ext cx="7626096" cy="1258214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2643226"/>
            <a:ext cx="3703320" cy="39404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2643226"/>
            <a:ext cx="3703320" cy="39404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780108"/>
            <a:ext cx="2057400" cy="389467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780108"/>
            <a:ext cx="2057400" cy="389467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1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8" y="0"/>
            <a:ext cx="8375585" cy="2153393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214579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839842"/>
            <a:ext cx="96012" cy="751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85216"/>
            <a:ext cx="7626096" cy="1258214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2530827"/>
            <a:ext cx="3703320" cy="878839"/>
          </a:xfrm>
        </p:spPr>
        <p:txBody>
          <a:bodyPr anchor="b"/>
          <a:lstStyle>
            <a:lvl1pPr marL="0" indent="0">
              <a:buNone/>
              <a:defRPr sz="18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3417267"/>
            <a:ext cx="3703320" cy="316641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2530827"/>
            <a:ext cx="3703320" cy="878839"/>
          </a:xfrm>
        </p:spPr>
        <p:txBody>
          <a:bodyPr anchor="b"/>
          <a:lstStyle>
            <a:lvl1pPr marL="0" indent="0">
              <a:buNone/>
              <a:defRPr sz="18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3417268"/>
            <a:ext cx="3703320" cy="316641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780108"/>
            <a:ext cx="2057400" cy="389467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780108"/>
            <a:ext cx="2057400" cy="389467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1" y="1635760"/>
            <a:ext cx="8187797" cy="404368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3169918"/>
            <a:ext cx="96012" cy="975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2067763"/>
            <a:ext cx="7632954" cy="3189427"/>
          </a:xfrm>
        </p:spPr>
        <p:txBody>
          <a:bodyPr>
            <a:normAutofit/>
          </a:bodyPr>
          <a:lstStyle>
            <a:lvl1pPr>
              <a:defRPr sz="40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9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0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9" y="1239502"/>
            <a:ext cx="2805555" cy="495290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726267"/>
            <a:ext cx="109728" cy="877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823923"/>
            <a:ext cx="2324862" cy="1823923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25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823923"/>
            <a:ext cx="5047488" cy="436961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657600"/>
            <a:ext cx="2324862" cy="2204314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780108"/>
            <a:ext cx="2057400" cy="389467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1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9" y="1239502"/>
            <a:ext cx="2805555" cy="495290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726267"/>
            <a:ext cx="109728" cy="877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823923"/>
            <a:ext cx="2324862" cy="1823923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25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23894" y="1238707"/>
            <a:ext cx="5047488" cy="4954829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667354"/>
            <a:ext cx="2324862" cy="219456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780108"/>
            <a:ext cx="2057400" cy="389467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1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3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89467"/>
            <a:ext cx="1971675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89467"/>
            <a:ext cx="5800725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5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36DADABB-EC38-B6CB-E82F-4035B03869BA}"/>
              </a:ext>
            </a:extLst>
          </p:cNvPr>
          <p:cNvSpPr>
            <a:spLocks noGrp="1" noChangeAspect="1"/>
          </p:cNvSpPr>
          <p:nvPr>
            <p:ph type="clipArt" sz="quarter" idx="14"/>
          </p:nvPr>
        </p:nvSpPr>
        <p:spPr>
          <a:xfrm>
            <a:off x="456188" y="558604"/>
            <a:ext cx="4009805" cy="300735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Online Image Placeholder 2">
            <a:extLst>
              <a:ext uri="{FF2B5EF4-FFF2-40B4-BE49-F238E27FC236}">
                <a16:creationId xmlns:a16="http://schemas.microsoft.com/office/drawing/2014/main" id="{924B12DD-BE47-2E1F-9F49-5CBB46C4A7AD}"/>
              </a:ext>
            </a:extLst>
          </p:cNvPr>
          <p:cNvSpPr>
            <a:spLocks noGrp="1" noChangeAspect="1"/>
          </p:cNvSpPr>
          <p:nvPr>
            <p:ph type="clipArt" sz="quarter" idx="15"/>
          </p:nvPr>
        </p:nvSpPr>
        <p:spPr>
          <a:xfrm>
            <a:off x="4678008" y="558604"/>
            <a:ext cx="4009805" cy="300735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Online Image Placeholder 2">
            <a:extLst>
              <a:ext uri="{FF2B5EF4-FFF2-40B4-BE49-F238E27FC236}">
                <a16:creationId xmlns:a16="http://schemas.microsoft.com/office/drawing/2014/main" id="{8B9306B3-46BD-E80A-9C3D-35787789A478}"/>
              </a:ext>
            </a:extLst>
          </p:cNvPr>
          <p:cNvSpPr>
            <a:spLocks noGrp="1" noChangeAspect="1"/>
          </p:cNvSpPr>
          <p:nvPr>
            <p:ph type="clipArt" sz="quarter" idx="16"/>
          </p:nvPr>
        </p:nvSpPr>
        <p:spPr>
          <a:xfrm>
            <a:off x="4678008" y="3768205"/>
            <a:ext cx="4009805" cy="3007354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Online Image Placeholder 2">
            <a:extLst>
              <a:ext uri="{FF2B5EF4-FFF2-40B4-BE49-F238E27FC236}">
                <a16:creationId xmlns:a16="http://schemas.microsoft.com/office/drawing/2014/main" id="{B561633A-A852-DD57-B7F4-20F859EDEB00}"/>
              </a:ext>
            </a:extLst>
          </p:cNvPr>
          <p:cNvSpPr>
            <a:spLocks noGrp="1" noChangeAspect="1"/>
          </p:cNvSpPr>
          <p:nvPr>
            <p:ph type="clipArt" sz="quarter" idx="17"/>
          </p:nvPr>
        </p:nvSpPr>
        <p:spPr>
          <a:xfrm>
            <a:off x="456186" y="3768205"/>
            <a:ext cx="4009805" cy="300735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0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9468"/>
            <a:ext cx="788670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47333"/>
            <a:ext cx="788670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780108"/>
            <a:ext cx="20574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780108"/>
            <a:ext cx="30861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780108"/>
            <a:ext cx="20574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2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47" r:id="rId6"/>
    <p:sldLayoutId id="2147483843" r:id="rId7"/>
    <p:sldLayoutId id="2147483844" r:id="rId8"/>
    <p:sldLayoutId id="2147483845" r:id="rId9"/>
    <p:sldLayoutId id="2147483846" r:id="rId10"/>
    <p:sldLayoutId id="2147483848" r:id="rId11"/>
    <p:sldLayoutId id="214748385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B6968A-D34C-D777-813C-F34DDA080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828" y="1268361"/>
            <a:ext cx="4949772" cy="986091"/>
          </a:xfrm>
        </p:spPr>
        <p:txBody>
          <a:bodyPr anchor="b">
            <a:normAutofit/>
          </a:bodyPr>
          <a:lstStyle/>
          <a:p>
            <a:r>
              <a:rPr lang="en-US" dirty="0"/>
              <a:t>Cover Title</a:t>
            </a:r>
          </a:p>
        </p:txBody>
      </p:sp>
    </p:spTree>
    <p:extLst>
      <p:ext uri="{BB962C8B-B14F-4D97-AF65-F5344CB8AC3E}">
        <p14:creationId xmlns:p14="http://schemas.microsoft.com/office/powerpoint/2010/main" val="3309274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20739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Avenir Next LT Pro</vt:lpstr>
      <vt:lpstr>Calibri</vt:lpstr>
      <vt:lpstr>AccentBoxVTI</vt:lpstr>
      <vt:lpstr>Cover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Schraedel</dc:creator>
  <cp:lastModifiedBy>David Schraedel</cp:lastModifiedBy>
  <cp:revision>28</cp:revision>
  <cp:lastPrinted>2026-01-10T23:31:33Z</cp:lastPrinted>
  <dcterms:created xsi:type="dcterms:W3CDTF">2026-01-10T22:00:12Z</dcterms:created>
  <dcterms:modified xsi:type="dcterms:W3CDTF">2026-07-20T18:44:30Z</dcterms:modified>
</cp:coreProperties>
</file>